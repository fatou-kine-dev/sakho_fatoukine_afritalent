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5337"/>
  </p:normalViewPr>
  <p:slideViewPr>
    <p:cSldViewPr snapToGrid="0" snapToObjects="1">
      <p:cViewPr varScale="1">
        <p:scale>
          <a:sx n="94" d="100"/>
          <a:sy n="94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9606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DB5C6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58368" y="3337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vitrine — Le hub des meilleurs freelances tech en Afrique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 Kiné Sakho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IAGE-NR  •  Groupe ISI  •  Semestre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17320" y="1618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25511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de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4198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34838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aperçu du site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35254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4416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techniques — JavaScript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2852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5349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techniques — Bootstrap &amp; CSS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86600" y="16184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GitHub &amp; déploiement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4871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86600" y="25511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rencontrées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341985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86600" y="348386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utilisées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435254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086600" y="441655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52852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86600" y="5349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perspectives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projet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05156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marché du freelance tech connaît une croissance forte en Afrique, mais manque de plateformes fiables pour connecter talents et entreprises.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2560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30632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Concevoir un site vitrine complet démontrant la maîtrise de HTML5, CSS3, Bootstrap 5 et JavaScript vanilla, avec une interactivité soignée.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4572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cible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50749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Freelances tech en recherche de missions, et entreprises à la recherche de profils qualifiés en Afrique.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 de couleurs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DB5C6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3182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#DB5C6C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73736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Secondaire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3182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#F59E0B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73736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33415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182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#334155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1737360"/>
            <a:ext cx="173736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 (dark mode)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3182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#0F172A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Typographie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Poppins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" y="4800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Titres — moderne, géométrique, forte présence visuelle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Corps de texte — grande lisibilité sur tous écrans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251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Tendances 2026 : Bento Grid, typographie expressive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754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de mise en relation freelance (design épuré, CTA clairs)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 rose/marine pour une identité chaleureuse et professionnelle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de design — Mise en page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Bento Grid : une grille asymétrique inspirée des tendances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Inscription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828800"/>
            <a:ext cx="2468880" cy="402336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6172200" y="5532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Sélection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95360" y="182880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882396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Collaboration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DB5C6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572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 hover : bascule en rose plein,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et icône en blanc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95360" y="3931920"/>
            <a:ext cx="2926080" cy="192024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823960" y="4480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asymétriques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(CSS Grid)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4937760"/>
          </a:xfrm>
          <a:prstGeom prst="roundRect">
            <a:avLst>
              <a:gd name="adj" fmla="val 1481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4572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Sakho_fatoukine_Afritalent/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freelances.html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tarifs.html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about.html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contact.html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styles.css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main.js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images/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Presentation.pptx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126480" y="1463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pages HTML liées par une navigation cohérente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0" y="19659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 — Accueil : hero, stats, Bento Grid, catégories, témoignages, CTA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2743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freelances.html — Catalogue filtrable de 9 profils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26480" y="35204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tarifs.html — 3 plans + FAQ en accordion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26480" y="42976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about.html — Histoire, équipe, valeurs, chiffres clés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0" y="50749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contact.html — Formulaire validé + carte Google Maps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Aperçu du site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[Insérer ici une capture d'écran par page : Accueil, Freelances, Tarifs, À propos, Contact]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57400" cy="384048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5" name="Image 0" descr="/home/claude/shots/accueil.jpg"/>
          <p:cNvPicPr>
            <a:picLocks noChangeAspect="1"/>
          </p:cNvPicPr>
          <p:nvPr/>
        </p:nvPicPr>
        <p:blipFill>
          <a:blip r:embed="rId3"/>
          <a:srcRect l="21" r="99958" b="99979"/>
          <a:stretch/>
        </p:blipFill>
        <p:spPr>
          <a:xfrm>
            <a:off x="640080" y="1554480"/>
            <a:ext cx="0" cy="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554480"/>
            <a:ext cx="2057400" cy="3840480"/>
          </a:xfrm>
          <a:prstGeom prst="roundRect">
            <a:avLst>
              <a:gd name="adj" fmla="val 2667"/>
            </a:avLst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532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852928" y="1554480"/>
            <a:ext cx="2057400" cy="384048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1" descr="/home/claude/shots/freelances.jpg"/>
          <p:cNvPicPr>
            <a:picLocks noChangeAspect="1"/>
          </p:cNvPicPr>
          <p:nvPr/>
        </p:nvPicPr>
        <p:blipFill>
          <a:blip r:embed="rId4"/>
          <a:srcRect l="21" r="99958" b="99979"/>
          <a:stretch/>
        </p:blipFill>
        <p:spPr>
          <a:xfrm>
            <a:off x="2852928" y="1554480"/>
            <a:ext cx="0" cy="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52928" y="1554480"/>
            <a:ext cx="2057400" cy="3840480"/>
          </a:xfrm>
          <a:prstGeom prst="roundRect">
            <a:avLst>
              <a:gd name="adj" fmla="val 2667"/>
            </a:avLst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52928" y="5532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065776" y="1554480"/>
            <a:ext cx="2057400" cy="384048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3" name="Image 2" descr="/home/claude/shots/tarifs.jpg"/>
          <p:cNvPicPr>
            <a:picLocks noChangeAspect="1"/>
          </p:cNvPicPr>
          <p:nvPr/>
        </p:nvPicPr>
        <p:blipFill>
          <a:blip r:embed="rId5"/>
          <a:srcRect l="21" r="99958" b="99979"/>
          <a:stretch/>
        </p:blipFill>
        <p:spPr>
          <a:xfrm>
            <a:off x="5065776" y="1554480"/>
            <a:ext cx="0" cy="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065776" y="1554480"/>
            <a:ext cx="2057400" cy="3840480"/>
          </a:xfrm>
          <a:prstGeom prst="roundRect">
            <a:avLst>
              <a:gd name="adj" fmla="val 2667"/>
            </a:avLst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65776" y="5532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278624" y="1554480"/>
            <a:ext cx="2057400" cy="384048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3" descr="/home/claude/shots/about.jpg"/>
          <p:cNvPicPr>
            <a:picLocks noChangeAspect="1"/>
          </p:cNvPicPr>
          <p:nvPr/>
        </p:nvPicPr>
        <p:blipFill>
          <a:blip r:embed="rId6"/>
          <a:srcRect l="21" r="99958" b="99979"/>
          <a:stretch/>
        </p:blipFill>
        <p:spPr>
          <a:xfrm>
            <a:off x="7278624" y="1554480"/>
            <a:ext cx="0" cy="82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78624" y="1554480"/>
            <a:ext cx="2057400" cy="3840480"/>
          </a:xfrm>
          <a:prstGeom prst="roundRect">
            <a:avLst>
              <a:gd name="adj" fmla="val 2667"/>
            </a:avLst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278624" y="5532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propos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491472" y="1554480"/>
            <a:ext cx="2057400" cy="384048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21" name="Image 4" descr="/home/claude/shots/contact.jpg"/>
          <p:cNvPicPr>
            <a:picLocks noChangeAspect="1"/>
          </p:cNvPicPr>
          <p:nvPr/>
        </p:nvPicPr>
        <p:blipFill>
          <a:blip r:embed="rId7"/>
          <a:srcRect l="21" r="99958" b="99979"/>
          <a:stretch/>
        </p:blipFill>
        <p:spPr>
          <a:xfrm>
            <a:off x="9491472" y="1554480"/>
            <a:ext cx="0" cy="8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9491472" y="1554480"/>
            <a:ext cx="2057400" cy="3840480"/>
          </a:xfrm>
          <a:prstGeom prst="roundRect">
            <a:avLst>
              <a:gd name="adj" fmla="val 2667"/>
            </a:avLst>
          </a:prstGeom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9491472" y="5532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7</a:t>
            </a:r>
            <a:endParaRPr lang="en-US" sz="900" dirty="0"/>
          </a:p>
        </p:txBody>
      </p:sp>
      <p:pic>
        <p:nvPicPr>
          <p:cNvPr id="25" name="Imag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7" y="1554476"/>
            <a:ext cx="2057402" cy="3840484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1472" y="1554476"/>
            <a:ext cx="2578608" cy="3840484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176" y="1371600"/>
            <a:ext cx="2368296" cy="452628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776" y="1463040"/>
            <a:ext cx="2057399" cy="4434840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31" y="1554476"/>
            <a:ext cx="2178864" cy="39776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techniques — JavaScript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385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+ localStorage pour persister le choix entre les pages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IntersectionObserver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93852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compteurs animés (0 → cible) et fade-in des sections au scroll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27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 dynamique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6301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.scrolled ajoutée après 50px de scroll (ombre, shrink)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06324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227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dynamique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36301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cartes filtrées par data-category / data-domain, sans reload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19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formulaire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53218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email, longueur mini du message, erreurs par champ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4754880"/>
            <a:ext cx="512064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919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en haut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532180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apparaît après 300px, smooth scroll au clic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techniques — Bootstrap &amp; CSS avancé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Grille responsive (col-md, col-lg)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Navbar, cards, carousel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Accordion (FAQ), modal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Icônes Bootstrap Icons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avancé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variables CSS (:root) pour couleurs &amp; polices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331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via redéfinition des variables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2788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Grid pour le Bento Grid asymétrique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246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Transitions, animations fade-in, effets hover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queries : 375px / 768px / 1200px+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Extrait — variables CSS et dark mode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--primary-color: #db5c6c;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--text-color: #334155;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--background-color: #ffffff;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body.dark-mode {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--text-color: #e2e8f0;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--background-color: #0f172a;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GitHub &amp; déploiement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commits, un par étape du projet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: structure HTML de base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157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: structure complète des 5 pages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5786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: variables, typographie, layout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99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: Bento Grid, hero, hover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4198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: responsive mobile/tablette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: dark mode, navbar au scroll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2611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: compteurs animés, fade-in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4681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: filtrage + validation formulaire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102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5102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Finalisation : responsive, commentaires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522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55229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: GitHub Pages + README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128016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déployé via GitHub Pages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2011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https://fatou-kine-dev.github.io/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Sakho_fatoukine_Afritalent/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28346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automatique depuis la branche main, dossier racine.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886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Bonnes pratiques suivies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09360" y="43434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de commit clairs et normalisés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309360" y="4800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répartis dans le temps (pas tout en un bloc)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309360" y="52578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complet avec capture d'écran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Difficultés rencontrées et solutions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dark mode ne s'affichait pas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CSS ne redéfinissait aucune variable pour la classe .dark-mode, et une règle .container trop large écrasait le style du hero.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Ciblage plus précis des sélecteurs CSS (body &gt; section.container) et ajout des variables manquantes.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554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Chevauchement des sections au scroll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section CTA mal placée dans le HTML et une media query mal fermée cassaient la mise en page et les animations fade-in.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4297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4572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Relecture rigoureuse de la structure HTML et correction de l'accolade manquante dans le CSS.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520440" cy="493776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5544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Erreurs de validation W3C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2697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Balises &lt;div&gt; non fermées dans la navbar, hiérarchie de titres (h1→h4) non respectée, noms de fichiers avec espaces.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75320" y="4297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457200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systématique page par page, revalidation à chaque étape jusqu'à 0 erreur.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et documentation utilisées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MDN Web Docs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 HTML, CSS, JavaScript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55448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5 Docs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Composants, grille, utilitaires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55448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Polices Inter et Poppins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Icons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Icônes utilisées sur tout le site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347472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Validator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HTML des 5 pages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47472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703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Unsplash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4251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libres de droits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proposé 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B5C6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Accueil : dark mode, scroll (navbar, compteurs, fade-in)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B5C6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Freelances : filtrage par catégorie et par domaine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B5C6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 : FAQ en accordion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B5C6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480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: validation du formulaire (champ vide, email invalide, succès)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DB5C6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257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en ligne via GitHub Pages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ce projet m'a permis de maîtriser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Structurer un site multi-pages en HTML5 sémantique et accessible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une mise en page responsive avec Bootstrap 5 et CSS Grid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Manipuler le DOM et gérer des événements en JavaScript vanilla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Déboguer méthodiquement (console, inspecteur, validateur W3C)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Versionner un projet et le déployer via Git et GitHub Pages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d'amélioration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réel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 le formulaire à un vrai service d'envoi d'e-mails et une base de données pour les profils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26480" y="164592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un espace membre pour les freelances et les entreprises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de profil détaillées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3891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page dédiée par freelance avec portfolio et avis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374904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5C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 renforcée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43891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complet avec un lecteur d'écran et tests de contraste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81360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AfriTalent —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1157</Words>
  <Application>Microsoft Macintosh PowerPoint</Application>
  <PresentationFormat>Grand écran</PresentationFormat>
  <Paragraphs>243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Calibri</vt:lpstr>
      <vt:lpstr>Courier New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Utilisateur de Microsoft Office</cp:lastModifiedBy>
  <cp:revision>3</cp:revision>
  <dcterms:created xsi:type="dcterms:W3CDTF">2026-07-12T21:16:35Z</dcterms:created>
  <dcterms:modified xsi:type="dcterms:W3CDTF">2026-07-12T21:35:29Z</dcterms:modified>
</cp:coreProperties>
</file>